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2580F-9B08-47F3-BDF6-908B91B7C07A}" v="13" dt="2025-12-08T11:11:53.8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" y="2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y" userId="a9ad0a1960f743b5" providerId="LiveId" clId="{E0DDCFE4-DEF4-41BC-8254-9112EB2D1E52}"/>
    <pc:docChg chg="undo custSel addSld delSld modSld">
      <pc:chgData name="r y" userId="a9ad0a1960f743b5" providerId="LiveId" clId="{E0DDCFE4-DEF4-41BC-8254-9112EB2D1E52}" dt="2025-12-08T11:15:26.199" v="2152" actId="1076"/>
      <pc:docMkLst>
        <pc:docMk/>
      </pc:docMkLst>
      <pc:sldChg chg="modSp mod">
        <pc:chgData name="r y" userId="a9ad0a1960f743b5" providerId="LiveId" clId="{E0DDCFE4-DEF4-41BC-8254-9112EB2D1E52}" dt="2025-12-08T09:36:34.785" v="9" actId="20577"/>
        <pc:sldMkLst>
          <pc:docMk/>
          <pc:sldMk cId="3338758019" sldId="256"/>
        </pc:sldMkLst>
        <pc:spChg chg="mod">
          <ac:chgData name="r y" userId="a9ad0a1960f743b5" providerId="LiveId" clId="{E0DDCFE4-DEF4-41BC-8254-9112EB2D1E52}" dt="2025-12-08T09:36:34.785" v="9" actId="20577"/>
          <ac:spMkLst>
            <pc:docMk/>
            <pc:sldMk cId="3338758019" sldId="256"/>
            <ac:spMk id="2" creationId="{585E657F-5285-970A-AC0B-585FB0FAB2D0}"/>
          </ac:spMkLst>
        </pc:spChg>
      </pc:sldChg>
      <pc:sldChg chg="del">
        <pc:chgData name="r y" userId="a9ad0a1960f743b5" providerId="LiveId" clId="{E0DDCFE4-DEF4-41BC-8254-9112EB2D1E52}" dt="2025-12-08T09:36:50.899" v="10" actId="2696"/>
        <pc:sldMkLst>
          <pc:docMk/>
          <pc:sldMk cId="1298822065" sldId="258"/>
        </pc:sldMkLst>
      </pc:sldChg>
      <pc:sldChg chg="addSp modSp mod">
        <pc:chgData name="r y" userId="a9ad0a1960f743b5" providerId="LiveId" clId="{E0DDCFE4-DEF4-41BC-8254-9112EB2D1E52}" dt="2025-12-08T11:02:53.706" v="472" actId="1076"/>
        <pc:sldMkLst>
          <pc:docMk/>
          <pc:sldMk cId="4010385702" sldId="262"/>
        </pc:sldMkLst>
        <pc:spChg chg="mod">
          <ac:chgData name="r y" userId="a9ad0a1960f743b5" providerId="LiveId" clId="{E0DDCFE4-DEF4-41BC-8254-9112EB2D1E52}" dt="2025-12-08T11:02:53.706" v="472" actId="1076"/>
          <ac:spMkLst>
            <pc:docMk/>
            <pc:sldMk cId="4010385702" sldId="262"/>
            <ac:spMk id="2" creationId="{02F75B56-4B79-1362-434F-4655E8DF5540}"/>
          </ac:spMkLst>
        </pc:spChg>
        <pc:spChg chg="mod">
          <ac:chgData name="r y" userId="a9ad0a1960f743b5" providerId="LiveId" clId="{E0DDCFE4-DEF4-41BC-8254-9112EB2D1E52}" dt="2025-12-08T09:37:42.937" v="101" actId="1076"/>
          <ac:spMkLst>
            <pc:docMk/>
            <pc:sldMk cId="4010385702" sldId="262"/>
            <ac:spMk id="10" creationId="{D7DF63D5-7F2A-F836-FADD-7A2597E29AA8}"/>
          </ac:spMkLst>
        </pc:spChg>
        <pc:graphicFrameChg chg="add mod modGraphic">
          <ac:chgData name="r y" userId="a9ad0a1960f743b5" providerId="LiveId" clId="{E0DDCFE4-DEF4-41BC-8254-9112EB2D1E52}" dt="2025-12-08T11:02:50.544" v="471" actId="1076"/>
          <ac:graphicFrameMkLst>
            <pc:docMk/>
            <pc:sldMk cId="4010385702" sldId="262"/>
            <ac:graphicFrameMk id="5" creationId="{D9D25FE6-C0F7-9B31-4C39-CC58781D4914}"/>
          </ac:graphicFrameMkLst>
        </pc:graphicFrameChg>
        <pc:picChg chg="mod">
          <ac:chgData name="r y" userId="a9ad0a1960f743b5" providerId="LiveId" clId="{E0DDCFE4-DEF4-41BC-8254-9112EB2D1E52}" dt="2025-12-08T10:48:38.366" v="368" actId="1076"/>
          <ac:picMkLst>
            <pc:docMk/>
            <pc:sldMk cId="4010385702" sldId="262"/>
            <ac:picMk id="4" creationId="{CD01D1FB-9745-AE43-A209-6D6A1DA82A9C}"/>
          </ac:picMkLst>
        </pc:picChg>
      </pc:sldChg>
      <pc:sldChg chg="del">
        <pc:chgData name="r y" userId="a9ad0a1960f743b5" providerId="LiveId" clId="{E0DDCFE4-DEF4-41BC-8254-9112EB2D1E52}" dt="2025-12-08T11:15:22.190" v="2151" actId="2696"/>
        <pc:sldMkLst>
          <pc:docMk/>
          <pc:sldMk cId="756939646" sldId="263"/>
        </pc:sldMkLst>
      </pc:sldChg>
      <pc:sldChg chg="modSp add mod">
        <pc:chgData name="r y" userId="a9ad0a1960f743b5" providerId="LiveId" clId="{E0DDCFE4-DEF4-41BC-8254-9112EB2D1E52}" dt="2025-12-08T11:15:26.199" v="2152" actId="1076"/>
        <pc:sldMkLst>
          <pc:docMk/>
          <pc:sldMk cId="2050553058" sldId="264"/>
        </pc:sldMkLst>
        <pc:spChg chg="mod">
          <ac:chgData name="r y" userId="a9ad0a1960f743b5" providerId="LiveId" clId="{E0DDCFE4-DEF4-41BC-8254-9112EB2D1E52}" dt="2025-12-08T11:15:26.199" v="2152" actId="1076"/>
          <ac:spMkLst>
            <pc:docMk/>
            <pc:sldMk cId="2050553058" sldId="264"/>
            <ac:spMk id="2" creationId="{2B2FA473-642F-FDB4-5C92-0C4DAFCF0C28}"/>
          </ac:spMkLst>
        </pc:spChg>
        <pc:graphicFrameChg chg="mod modGraphic">
          <ac:chgData name="r y" userId="a9ad0a1960f743b5" providerId="LiveId" clId="{E0DDCFE4-DEF4-41BC-8254-9112EB2D1E52}" dt="2025-12-08T11:15:14.230" v="2150" actId="20577"/>
          <ac:graphicFrameMkLst>
            <pc:docMk/>
            <pc:sldMk cId="2050553058" sldId="264"/>
            <ac:graphicFrameMk id="6" creationId="{20B1F51C-E427-F936-DF26-43308AD4DCE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59136D-722B-6FE8-5661-A20CA32B9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4AC666-D3D4-05A7-062F-2AC80B572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7A8383-24A4-4C41-FBB2-E80F87A58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48A0F-9244-03A2-6EE7-C5A8529E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400F8-A443-329D-E0C1-C0D9B4F3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508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37A9E-A8AA-56BA-CEE5-6BD7A19D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A7361-ED2C-5DB0-39CB-E0DDD225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950DD3-01C4-B3CD-3347-2E385DC7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3BE67-AFF5-0D61-9A39-FF5DA5EAD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354E0-0DC6-CA9B-95B3-AF1BC5C9C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00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66B14-D825-F7D2-FCB4-251807F9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265AD7-B4D9-DAA8-EFEE-1F20C15EA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FA657-AA18-A065-D42B-312EDE8F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20276D-A04E-5DA7-D6D5-EA0B879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D2A4F9-54D1-ACAA-9D7F-092C24A7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48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BD831-789F-6DA9-6026-9D5BFF82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00242-9882-DC7D-46E2-C668F2159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1D27AA-2677-E105-D558-2A5D2D645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E31E61-52D6-E735-6EA8-164E7D21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D356C3-D8C0-3866-D864-C00A32C1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D1FE1C-9C5F-4836-0089-1B29FC1E5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20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2BCFC1-E038-355C-1C64-69D9C05A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97F7FA-9393-695D-CB49-6D19F2F70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2A80F9-2467-45D9-FD63-5A720BD3C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9C99C-FDD8-BC4A-8DF2-E6A97F6DB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A88F9D-BBC6-28B3-DB36-87194E5B8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FEFFAC-0061-7430-8780-DF21E36D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CD37BAC-356C-ECF9-6892-18F12EF4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16CE0DD-6EA5-3196-7065-E8154F5B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993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2FFFD-6B31-A4EE-E8E2-1CADB244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C8B36F-BCD9-3FA1-604F-B48D1896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8A0920-A5BB-8EB7-B6BE-6336876D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A226D0-C037-5594-0C24-5E148215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522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A64FE5-E1CF-01A5-225F-1CD8AEEA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6D326-A086-2E44-F367-ECF47ECE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44AB04-75F2-46DD-5763-23DDC860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131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1D1249-AE3F-33F7-1669-76B33BDD4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BCACA-E022-122C-030B-CBA126108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BFF6D9-8652-1363-8D9A-0E5B74223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D71B35-0DE9-5774-7512-C4E86BC88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96B41-9832-3D37-8753-7D01FAECC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5EF7DF-A1C9-E162-D7AE-758512D6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28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4EDE3-1717-4928-CAD3-647FFA84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B1F30C-04FC-EB2A-7709-EE8E153E17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5CD490-EA03-C723-3218-E0DF769F6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4656013-D0D0-9ED7-498F-6B09C59E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86F9EA-DB9A-1B39-71FE-2EF89600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3D81C3-3658-0436-A0B0-0BA84715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49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97FCF-D4BC-72B0-8212-58A20D32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71D2CA-752D-39E1-D563-8B7F3D6F8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0A86A4-ADD4-C5F0-1D62-9C275225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F54BC6-4AD1-1FFB-E314-086960F1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913ABF-F492-488B-564E-BEF3DAE5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97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0630BB-3E9D-5D0F-641F-10468AD1F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BC9A62-B9D1-2C3F-2D97-4E90D4F3A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1DF80-C2EC-0872-700E-E58324F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1702E-4634-1029-A3F8-DE276D42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138723-01B0-9F56-7EA8-9C164D79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48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45E3A8-43F9-0CBD-6449-2FB12FD9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3A56C7-7199-7D40-FE3F-6FF6ED77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54DC72-2261-5DA8-9A61-BF922096A6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E9BBE-0F1F-4195-83AA-5F0BB47F5DB7}" type="datetimeFigureOut">
              <a:rPr lang="ko-KR" altLang="en-US" smtClean="0"/>
              <a:t>2025-12-08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DD7E70-7003-0DB9-C060-76F5ACAA8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2E0015-01B2-8435-3075-F24807180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152D4-BBF1-405B-B765-BD9B804F87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5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5E657F-5285-970A-AC0B-585FB0FAB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4324" y="869223"/>
            <a:ext cx="9144000" cy="2387600"/>
          </a:xfrm>
        </p:spPr>
        <p:txBody>
          <a:bodyPr/>
          <a:lstStyle/>
          <a:p>
            <a:pPr algn="l"/>
            <a:r>
              <a:rPr lang="en-US" altLang="ko-KR" dirty="0">
                <a:solidFill>
                  <a:srgbClr val="0070C0"/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2D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게임프로그래밍</a:t>
            </a:r>
            <a:b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최종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156324-8F6E-F2AA-C194-3D7867050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6840" y="5384670"/>
            <a:ext cx="9144000" cy="1655762"/>
          </a:xfrm>
        </p:spPr>
        <p:txBody>
          <a:bodyPr/>
          <a:lstStyle/>
          <a:p>
            <a:r>
              <a:rPr lang="en-US" altLang="ko-KR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2024184029 </a:t>
            </a:r>
            <a:r>
              <a:rPr lang="ko-KR" altLang="en-US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정유리</a:t>
            </a:r>
          </a:p>
        </p:txBody>
      </p:sp>
    </p:spTree>
    <p:extLst>
      <p:ext uri="{BB962C8B-B14F-4D97-AF65-F5344CB8AC3E}">
        <p14:creationId xmlns:p14="http://schemas.microsoft.com/office/powerpoint/2010/main" val="333875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679D8-618A-35FB-FDD4-D7EDF59D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FA473-642F-FDB4-5C92-0C4DAFCF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54" y="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개발 진척도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20B1F51C-E427-F936-DF26-43308AD4DC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4768193"/>
              </p:ext>
            </p:extLst>
          </p:nvPr>
        </p:nvGraphicFramePr>
        <p:xfrm>
          <a:off x="394854" y="1157681"/>
          <a:ext cx="11402291" cy="53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003">
                  <a:extLst>
                    <a:ext uri="{9D8B030D-6E8A-4147-A177-3AD203B41FA5}">
                      <a16:colId xmlns:a16="http://schemas.microsoft.com/office/drawing/2014/main" val="221680998"/>
                    </a:ext>
                  </a:extLst>
                </a:gridCol>
                <a:gridCol w="2772229">
                  <a:extLst>
                    <a:ext uri="{9D8B030D-6E8A-4147-A177-3AD203B41FA5}">
                      <a16:colId xmlns:a16="http://schemas.microsoft.com/office/drawing/2014/main" val="2119058131"/>
                    </a:ext>
                  </a:extLst>
                </a:gridCol>
                <a:gridCol w="5185048">
                  <a:extLst>
                    <a:ext uri="{9D8B030D-6E8A-4147-A177-3AD203B41FA5}">
                      <a16:colId xmlns:a16="http://schemas.microsoft.com/office/drawing/2014/main" val="2281923903"/>
                    </a:ext>
                  </a:extLst>
                </a:gridCol>
                <a:gridCol w="1699011">
                  <a:extLst>
                    <a:ext uri="{9D8B030D-6E8A-4147-A177-3AD203B41FA5}">
                      <a16:colId xmlns:a16="http://schemas.microsoft.com/office/drawing/2014/main" val="410974801"/>
                    </a:ext>
                  </a:extLst>
                </a:gridCol>
              </a:tblGrid>
              <a:tr h="398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200778"/>
                  </a:ext>
                </a:extLst>
              </a:tr>
              <a:tr h="6883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타이틀 화면과 플레이 화면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)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2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43523"/>
                  </a:ext>
                </a:extLst>
              </a:tr>
              <a:tr h="398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 컨트롤러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플레이어 상하좌우 이동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미션 판정 구현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스턴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이동 구현 및 미션 판정 구현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스턴 효과 </a:t>
                      </a:r>
                      <a:r>
                        <a:rPr lang="ko-KR" altLang="en-US" sz="16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미구현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60%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9872"/>
                  </a:ext>
                </a:extLst>
              </a:tr>
              <a:tr h="39854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코어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AI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구현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승리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/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패배 판정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미션 장소 설치 후 로직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AI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완성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승리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/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패배 로직 완성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미션 장소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방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)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설치 후 로직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O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2474"/>
                  </a:ext>
                </a:extLst>
              </a:tr>
              <a:tr h="6883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모델링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캐릭터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오브젝트 구현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플레이어 캐릭터 구현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O,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 오브젝트 구현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X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70%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19348"/>
                  </a:ext>
                </a:extLst>
              </a:tr>
              <a:tr h="6883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게임 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좀비가 플레이어 발견 시 빠르게 쫓아와서 공격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미션 해결 후 탈출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좀비 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AI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난이도에 맞게 개발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미션 난이도 구현 미숙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70%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448410"/>
                  </a:ext>
                </a:extLst>
              </a:tr>
              <a:tr h="6883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사운드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맵별로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</a:t>
                      </a:r>
                      <a:endParaRPr lang="en-US" altLang="ko-KR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맵별로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 구현 후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각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모션마다 효과음도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11468"/>
                  </a:ext>
                </a:extLst>
              </a:tr>
              <a:tr h="89633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애니메이션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 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(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달리기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공격하기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, idle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상태</a:t>
                      </a: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)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100%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545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553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E5CD6-4D26-16E1-52FA-B386AF15C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F75B56-4B79-1362-434F-4655E8DF5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698" y="157994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깃 </a:t>
            </a:r>
            <a:r>
              <a:rPr lang="ko-KR" altLang="en-US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커밋</a:t>
            </a:r>
            <a:r>
              <a:rPr lang="ko-KR" altLang="en-US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통계</a:t>
            </a:r>
            <a:b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br>
              <a:rPr lang="en-US" altLang="ko-KR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</a:br>
            <a:r>
              <a:rPr lang="en-US" altLang="ko-KR" sz="3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- </a:t>
            </a:r>
            <a:r>
              <a:rPr lang="ko-KR" altLang="en-US" sz="3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주별 </a:t>
            </a:r>
            <a:r>
              <a:rPr lang="ko-KR" altLang="en-US" sz="32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커밋</a:t>
            </a:r>
            <a:r>
              <a:rPr lang="ko-KR" altLang="en-US" sz="32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횟수</a:t>
            </a:r>
            <a:endParaRPr lang="ko-KR" altLang="en-US" dirty="0">
              <a:solidFill>
                <a:srgbClr val="0070C0"/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D7DF63D5-7F2A-F836-FADD-7A2597E29AA8}"/>
              </a:ext>
            </a:extLst>
          </p:cNvPr>
          <p:cNvSpPr txBox="1">
            <a:spLocks/>
          </p:cNvSpPr>
          <p:nvPr/>
        </p:nvSpPr>
        <p:spPr>
          <a:xfrm>
            <a:off x="8445335" y="5532437"/>
            <a:ext cx="290846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2, 3</a:t>
            </a:r>
            <a:r>
              <a:rPr lang="ko-KR" altLang="en-US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차 발표 </a:t>
            </a:r>
            <a:r>
              <a:rPr lang="ko-KR" altLang="en-US" sz="2000" dirty="0" err="1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레포입니다</a:t>
            </a:r>
            <a:r>
              <a:rPr lang="en-US" altLang="ko-KR" sz="2000" dirty="0"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2000" dirty="0"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01D1FB-9745-AE43-A209-6D6A1DA8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288" y="1204025"/>
            <a:ext cx="5343014" cy="4673660"/>
          </a:xfrm>
          <a:prstGeom prst="rect">
            <a:avLst/>
          </a:prstGeom>
        </p:spPr>
      </p:pic>
      <p:graphicFrame>
        <p:nvGraphicFramePr>
          <p:cNvPr id="5" name="내용 개체 틀 5">
            <a:extLst>
              <a:ext uri="{FF2B5EF4-FFF2-40B4-BE49-F238E27FC236}">
                <a16:creationId xmlns:a16="http://schemas.microsoft.com/office/drawing/2014/main" id="{D9D25FE6-C0F7-9B31-4C39-CC58781D4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6614263"/>
              </p:ext>
            </p:extLst>
          </p:nvPr>
        </p:nvGraphicFramePr>
        <p:xfrm>
          <a:off x="838200" y="3504920"/>
          <a:ext cx="4513895" cy="2372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3179">
                  <a:extLst>
                    <a:ext uri="{9D8B030D-6E8A-4147-A177-3AD203B41FA5}">
                      <a16:colId xmlns:a16="http://schemas.microsoft.com/office/drawing/2014/main" val="221680998"/>
                    </a:ext>
                  </a:extLst>
                </a:gridCol>
                <a:gridCol w="1670716">
                  <a:extLst>
                    <a:ext uri="{9D8B030D-6E8A-4147-A177-3AD203B41FA5}">
                      <a16:colId xmlns:a16="http://schemas.microsoft.com/office/drawing/2014/main" val="2119058131"/>
                    </a:ext>
                  </a:extLst>
                </a:gridCol>
              </a:tblGrid>
              <a:tr h="40653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커밋</a:t>
                      </a:r>
                      <a:r>
                        <a:rPr lang="ko-KR" altLang="en-US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9200778"/>
                  </a:ext>
                </a:extLst>
              </a:tr>
              <a:tr h="5342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Week of 9, Nov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12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943523"/>
                  </a:ext>
                </a:extLst>
              </a:tr>
              <a:tr h="51183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Week of 16, Nov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17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19872"/>
                  </a:ext>
                </a:extLst>
              </a:tr>
              <a:tr h="454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Week of 30, Nov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5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2474"/>
                  </a:ext>
                </a:extLst>
              </a:tr>
              <a:tr h="46582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Week of 7, Dec</a:t>
                      </a:r>
                      <a:endParaRPr lang="ko-KR" altLang="en-US" sz="1600" dirty="0">
                        <a:latin typeface="Microsoft GothicNeo Light" panose="020B0300000101010101" pitchFamily="50" charset="-127"/>
                        <a:ea typeface="Microsoft GothicNeo Light" panose="020B0300000101010101" pitchFamily="50" charset="-127"/>
                        <a:cs typeface="Microsoft GothicNeo Light" panose="020B0300000101010101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Microsoft GothicNeo Light" panose="020B0300000101010101" pitchFamily="50" charset="-127"/>
                          <a:ea typeface="Microsoft GothicNeo Light" panose="020B0300000101010101" pitchFamily="50" charset="-127"/>
                          <a:cs typeface="Microsoft GothicNeo Light" panose="020B0300000101010101" pitchFamily="50" charset="-127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819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038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6A53A5C53C8A4BB1258D2FF75B3C93" ma:contentTypeVersion="5" ma:contentTypeDescription="새 문서를 만듭니다." ma:contentTypeScope="" ma:versionID="b0dcc3d2a6984e283fa298800ed865c9">
  <xsd:schema xmlns:xsd="http://www.w3.org/2001/XMLSchema" xmlns:xs="http://www.w3.org/2001/XMLSchema" xmlns:p="http://schemas.microsoft.com/office/2006/metadata/properties" xmlns:ns3="7d88537b-d74d-45e6-a1e8-5bc8528c40cf" targetNamespace="http://schemas.microsoft.com/office/2006/metadata/properties" ma:root="true" ma:fieldsID="b85f56dcdca9a35a2dbb566f38dedcdf" ns3:_="">
    <xsd:import namespace="7d88537b-d74d-45e6-a1e8-5bc8528c40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8537b-d74d-45e6-a1e8-5bc8528c40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993B12-AFF3-494C-9932-3A99249B14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88537b-d74d-45e6-a1e8-5bc8528c40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429C52-0A3F-428E-83EB-706C0C0E669F}">
  <ds:schemaRefs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7d88537b-d74d-45e6-a1e8-5bc8528c40cf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EC68BD1-F031-4558-BC3D-7E0B934F244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2DGP 2차 발표</Template>
  <TotalTime>125</TotalTime>
  <Words>212</Words>
  <Application>Microsoft Office PowerPoint</Application>
  <PresentationFormat>와이드스크린</PresentationFormat>
  <Paragraphs>47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Microsoft GothicNeo</vt:lpstr>
      <vt:lpstr>Microsoft GothicNeo Light</vt:lpstr>
      <vt:lpstr>맑은 고딕</vt:lpstr>
      <vt:lpstr>Arial</vt:lpstr>
      <vt:lpstr>Office 테마</vt:lpstr>
      <vt:lpstr>2D게임프로그래밍 최종 발표</vt:lpstr>
      <vt:lpstr>개발 진척도</vt:lpstr>
      <vt:lpstr>깃 커밋 통계  - 주별 커밋 횟수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y</dc:creator>
  <cp:lastModifiedBy>r y</cp:lastModifiedBy>
  <cp:revision>1</cp:revision>
  <dcterms:created xsi:type="dcterms:W3CDTF">2025-12-08T09:10:22Z</dcterms:created>
  <dcterms:modified xsi:type="dcterms:W3CDTF">2025-12-08T11:15:27Z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0x010100006A53A5C53C8A4BB1258D2FF75B3C93</vt:lpwstr>
  </property>
</Properties>
</file>