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3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2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9136D-722B-6FE8-5661-A20CA32B9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AC666-D3D4-05A7-062F-2AC80B572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A8383-24A4-4C41-FBB2-E80F87A5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48A0F-9244-03A2-6EE7-C5A8529E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400F8-A443-329D-E0C1-C0D9B4F3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50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37A9E-A8AA-56BA-CEE5-6BD7A19D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A7361-ED2C-5DB0-39CB-E0DDD225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50DD3-01C4-B3CD-3347-2E385DC7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3BE67-AFF5-0D61-9A39-FF5DA5EA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354E0-0DC6-CA9B-95B3-AF1BC5C9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00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66B14-D825-F7D2-FCB4-251807F9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65AD7-B4D9-DAA8-EFEE-1F20C15E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FA657-AA18-A065-D42B-312EDE8F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0276D-A04E-5DA7-D6D5-EA0B879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2A4F9-54D1-ACAA-9D7F-092C24A7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8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BD831-789F-6DA9-6026-9D5BFF82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00242-9882-DC7D-46E2-C668F2159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1D27AA-2677-E105-D558-2A5D2D645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E31E61-52D6-E735-6EA8-164E7D21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356C3-D8C0-3866-D864-C00A32C1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D1FE1C-9C5F-4836-0089-1B29FC1E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20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BCFC1-E038-355C-1C64-69D9C05A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97F7FA-9393-695D-CB49-6D19F2F70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A80F9-2467-45D9-FD63-5A720BD3C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9C99C-FDD8-BC4A-8DF2-E6A97F6DB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A88F9D-BBC6-28B3-DB36-87194E5B8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FEFFAC-0061-7430-8780-DF21E36D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D37BAC-356C-ECF9-6892-18F12EF4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6CE0DD-6EA5-3196-7065-E8154F5B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9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2FFFD-6B31-A4EE-E8E2-1CADB244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C8B36F-BCD9-3FA1-604F-B48D1896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8A0920-A5BB-8EB7-B6BE-6336876D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A226D0-C037-5594-0C24-5E148215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2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A64FE5-E1CF-01A5-225F-1CD8AEEA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6D326-A086-2E44-F367-ECF47ECE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4AB04-75F2-46DD-5763-23DDC860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3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D1249-AE3F-33F7-1669-76B33BDD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BCACA-E022-122C-030B-CBA12610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BFF6D9-8652-1363-8D9A-0E5B74223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D71B35-0DE9-5774-7512-C4E86BC8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96B41-9832-3D37-8753-7D01FAEC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5EF7DF-A1C9-E162-D7AE-758512D6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28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4EDE3-1717-4928-CAD3-647FFA84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B1F30C-04FC-EB2A-7709-EE8E153E1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5CD490-EA03-C723-3218-E0DF769F6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656013-D0D0-9ED7-498F-6B09C59E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6F9EA-DB9A-1B39-71FE-2EF89600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3D81C3-3658-0436-A0B0-0BA84715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49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97FCF-D4BC-72B0-8212-58A20D32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71D2CA-752D-39E1-D563-8B7F3D6F8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A86A4-ADD4-C5F0-1D62-9C275225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54BC6-4AD1-1FFB-E314-086960F1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13ABF-F492-488B-564E-BEF3DAE5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97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0630BB-3E9D-5D0F-641F-10468AD1F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BC9A62-B9D1-2C3F-2D97-4E90D4F3A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1DF80-C2EC-0872-700E-E58324F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1702E-4634-1029-A3F8-DE276D42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138723-01B0-9F56-7EA8-9C164D79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4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45E3A8-43F9-0CBD-6449-2FB12FD9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3A56C7-7199-7D40-FE3F-6FF6ED77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4DC72-2261-5DA8-9A61-BF922096A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E9BBE-0F1F-4195-83AA-5F0BB47F5DB7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DD7E70-7003-0DB9-C060-76F5ACAA8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E0015-01B2-8435-3075-F24807180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5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E657F-5285-970A-AC0B-585FB0FAB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4324" y="869223"/>
            <a:ext cx="9144000" cy="23876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0070C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2D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게임프로그래밍</a:t>
            </a:r>
            <a:b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156324-8F6E-F2AA-C194-3D786705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6840" y="5384670"/>
            <a:ext cx="9144000" cy="1655762"/>
          </a:xfrm>
        </p:spPr>
        <p:txBody>
          <a:bodyPr/>
          <a:lstStyle/>
          <a:p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2024184029 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정유리</a:t>
            </a:r>
          </a:p>
        </p:txBody>
      </p:sp>
    </p:spTree>
    <p:extLst>
      <p:ext uri="{BB962C8B-B14F-4D97-AF65-F5344CB8AC3E}">
        <p14:creationId xmlns:p14="http://schemas.microsoft.com/office/powerpoint/2010/main" val="333875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7FADF-5043-FE36-FA2A-9203E26F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7983" cy="1325563"/>
          </a:xfrm>
        </p:spPr>
        <p:txBody>
          <a:bodyPr/>
          <a:lstStyle/>
          <a:p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게임 진행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6AC9C-B0F2-D312-ADE9-694DD72AF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ko-KR" altLang="en-US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▼ </a:t>
            </a:r>
            <a:r>
              <a:rPr lang="ko-KR" altLang="en-US" b="1" dirty="0">
                <a:solidFill>
                  <a:srgbClr val="0070C0"/>
                </a:solidFill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게임 시작 </a:t>
            </a:r>
            <a:endParaRPr lang="en-US" altLang="ko-KR" b="1" dirty="0">
              <a:solidFill>
                <a:srgbClr val="0070C0"/>
              </a:solidFill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플레이어와 좀비 둘 다 각각 다른 </a:t>
            </a:r>
            <a:r>
              <a:rPr lang="ko-KR" altLang="en-US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랜덤한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장소에서 시작하기로 구상하였으나 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marL="0" indent="0">
              <a:buNone/>
            </a:pPr>
            <a:r>
              <a:rPr lang="ko-KR" altLang="en-US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플레이어는 정해진 위치에서 시작하는 것으로 변경</a:t>
            </a:r>
            <a:endParaRPr lang="en-US" altLang="ko-KR" u="sng" dirty="0">
              <a:solidFill>
                <a:schemeClr val="tx2">
                  <a:lumMod val="75000"/>
                  <a:lumOff val="25000"/>
                </a:schemeClr>
              </a:solidFill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서로 다른 위치에서 출발하여 탐색과 추격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marL="0" indent="0">
              <a:buNone/>
            </a:pPr>
            <a:r>
              <a:rPr lang="ko-KR" altLang="en-US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▼ </a:t>
            </a:r>
            <a:r>
              <a:rPr lang="ko-KR" altLang="en-US" b="1" dirty="0">
                <a:solidFill>
                  <a:srgbClr val="0070C0"/>
                </a:solidFill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발견</a:t>
            </a:r>
            <a:endParaRPr lang="en-US" altLang="ko-KR" b="1" dirty="0">
              <a:solidFill>
                <a:srgbClr val="0070C0"/>
              </a:solidFill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좀비 주변 일정 거리안에 플레이어가 들어오면 좀비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AI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가 추격을 시작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좀비의 시야밖에서 미션을 진행하고 탈출을 목표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(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좀비와 일정 거리 이상 </a:t>
            </a:r>
            <a:r>
              <a:rPr lang="ko-KR" altLang="en-US" dirty="0" err="1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떨어져있어야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함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)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marL="0" indent="0">
              <a:buNone/>
            </a:pPr>
            <a:r>
              <a:rPr lang="ko-KR" altLang="en-US" b="1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▼ </a:t>
            </a:r>
            <a:r>
              <a:rPr lang="ko-KR" altLang="en-US" b="1" dirty="0">
                <a:solidFill>
                  <a:srgbClr val="0070C0"/>
                </a:solidFill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승리</a:t>
            </a:r>
            <a:endParaRPr lang="en-US" altLang="ko-KR" b="1" dirty="0">
              <a:solidFill>
                <a:srgbClr val="0070C0"/>
              </a:solidFill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플레이어가 좀비에게 잡히거나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(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충돌하거나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),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미션 실패로 제한 시간내에 탈출하지 못 하면 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marL="0" indent="0">
              <a:buNone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즉시 게임 오버</a:t>
            </a:r>
            <a:endParaRPr lang="en-US" altLang="ko-KR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>
              <a:buFontTx/>
              <a:buChar char="-"/>
            </a:pP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플레이어가 맵 내의 미션을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번 성공하면 탈출 가능</a:t>
            </a:r>
          </a:p>
        </p:txBody>
      </p:sp>
    </p:spTree>
    <p:extLst>
      <p:ext uri="{BB962C8B-B14F-4D97-AF65-F5344CB8AC3E}">
        <p14:creationId xmlns:p14="http://schemas.microsoft.com/office/powerpoint/2010/main" val="129882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6CAB-18AE-5206-740F-989B3550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E0BDD-A210-0657-0C32-8C5CD9DD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55276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프로젝트 개발 계획 대비 </a:t>
            </a:r>
            <a:r>
              <a:rPr lang="ko-KR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현재 진행 상황 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– 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평균 진행률 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87.5%</a:t>
            </a:r>
            <a:endParaRPr lang="ko-KR" altLang="en-US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9C87349C-EC82-28C3-8190-6389418CFE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820350"/>
              </p:ext>
            </p:extLst>
          </p:nvPr>
        </p:nvGraphicFramePr>
        <p:xfrm>
          <a:off x="838201" y="870969"/>
          <a:ext cx="10515598" cy="55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6313">
                  <a:extLst>
                    <a:ext uri="{9D8B030D-6E8A-4147-A177-3AD203B41FA5}">
                      <a16:colId xmlns:a16="http://schemas.microsoft.com/office/drawing/2014/main" val="221680998"/>
                    </a:ext>
                  </a:extLst>
                </a:gridCol>
                <a:gridCol w="2852468">
                  <a:extLst>
                    <a:ext uri="{9D8B030D-6E8A-4147-A177-3AD203B41FA5}">
                      <a16:colId xmlns:a16="http://schemas.microsoft.com/office/drawing/2014/main" val="2119058131"/>
                    </a:ext>
                  </a:extLst>
                </a:gridCol>
                <a:gridCol w="3391618">
                  <a:extLst>
                    <a:ext uri="{9D8B030D-6E8A-4147-A177-3AD203B41FA5}">
                      <a16:colId xmlns:a16="http://schemas.microsoft.com/office/drawing/2014/main" val="228192390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09748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200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배경과 캐릭터 애니메이션 시트 등 자료 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마당 등의 리소스 사이트를 참고하여 자료 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4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시작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화면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맵 세팅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</a:t>
                      </a:r>
                      <a:r>
                        <a:rPr lang="ko-KR" altLang="en-US" sz="16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맵은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세팅하였지만 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시작 화면 구현 미흡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70%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제작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 이동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제작 및 캐릭터 이동구현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O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2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4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AI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구현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이동 및 경계 충돌 처리 구현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O,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캐릭터와의 충돌 처리 추가 구현 예정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80%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19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5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내 환경 오브젝트 구현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44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6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 이동 스턴 및 미션 장소 설치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11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7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 간 승리 조건 판정 로직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45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8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UI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구축 및 사운드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61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9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플레이해보면서 밸런스 조정 및 버그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74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전반적인 게임 퀄리티 수정 후 발표 준비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진행 예정</a:t>
                      </a:r>
                    </a:p>
                    <a:p>
                      <a:pPr latinLnBrk="1"/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552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693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5CD6-4D26-16E1-52FA-B386AF15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75B56-4B79-1362-434F-4655E8DF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깃허브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커밋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통계</a:t>
            </a:r>
            <a:endParaRPr lang="ko-KR" altLang="en-US" dirty="0">
              <a:solidFill>
                <a:srgbClr val="0070C0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CFF832-817F-0845-5E0B-CA0BA6A0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2" y="1690688"/>
            <a:ext cx="5287915" cy="34752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E4759F-7A76-00D5-A430-8620F71A0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60" y="1690687"/>
            <a:ext cx="5235037" cy="3475237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D7DF63D5-7F2A-F836-FADD-7A2597E29AA8}"/>
              </a:ext>
            </a:extLst>
          </p:cNvPr>
          <p:cNvSpPr txBox="1">
            <a:spLocks/>
          </p:cNvSpPr>
          <p:nvPr/>
        </p:nvSpPr>
        <p:spPr>
          <a:xfrm>
            <a:off x="574964" y="51659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2DGP-Project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는 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차 발표 </a:t>
            </a:r>
            <a:r>
              <a:rPr lang="ko-KR" altLang="en-US" sz="20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레포이고</a:t>
            </a:r>
            <a:endParaRPr lang="en-US" altLang="ko-KR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2DGP-Game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은 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차 발표 </a:t>
            </a:r>
            <a:r>
              <a:rPr lang="ko-KR" altLang="en-US" sz="20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레포입니다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38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6A53A5C53C8A4BB1258D2FF75B3C93" ma:contentTypeVersion="5" ma:contentTypeDescription="새 문서를 만듭니다." ma:contentTypeScope="" ma:versionID="b0dcc3d2a6984e283fa298800ed865c9">
  <xsd:schema xmlns:xsd="http://www.w3.org/2001/XMLSchema" xmlns:xs="http://www.w3.org/2001/XMLSchema" xmlns:p="http://schemas.microsoft.com/office/2006/metadata/properties" xmlns:ns3="7d88537b-d74d-45e6-a1e8-5bc8528c40cf" targetNamespace="http://schemas.microsoft.com/office/2006/metadata/properties" ma:root="true" ma:fieldsID="b85f56dcdca9a35a2dbb566f38dedcdf" ns3:_="">
    <xsd:import namespace="7d88537b-d74d-45e6-a1e8-5bc8528c40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8537b-d74d-45e6-a1e8-5bc8528c40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C68BD1-F031-4558-BC3D-7E0B934F24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429C52-0A3F-428E-83EB-706C0C0E669F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7d88537b-d74d-45e6-a1e8-5bc8528c40cf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F993B12-AFF3-494C-9932-3A99249B14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88537b-d74d-45e6-a1e8-5bc8528c40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248</Words>
  <Application>Microsoft Office PowerPoint</Application>
  <PresentationFormat>와이드스크린</PresentationFormat>
  <Paragraphs>59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Microsoft GothicNeo</vt:lpstr>
      <vt:lpstr>Microsoft GothicNeo Light</vt:lpstr>
      <vt:lpstr>맑은 고딕</vt:lpstr>
      <vt:lpstr>Arial</vt:lpstr>
      <vt:lpstr>Office 테마</vt:lpstr>
      <vt:lpstr>2D게임프로그래밍 2차 발표</vt:lpstr>
      <vt:lpstr>게임 진행 흐름</vt:lpstr>
      <vt:lpstr>프로젝트 개발 계획 대비 현재 진행 상황 – 평균 진행률 87.5%</vt:lpstr>
      <vt:lpstr>깃허브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정유리(2024184029)</dc:creator>
  <cp:lastModifiedBy>r y</cp:lastModifiedBy>
  <cp:revision>5</cp:revision>
  <dcterms:created xsi:type="dcterms:W3CDTF">2025-09-29T06:54:15Z</dcterms:created>
  <dcterms:modified xsi:type="dcterms:W3CDTF">2025-11-10T12:24:50Z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0x010100006A53A5C53C8A4BB1258D2FF75B3C93</vt:lpwstr>
  </property>
</Properties>
</file>