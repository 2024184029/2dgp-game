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8" r:id="rId6"/>
    <p:sldId id="263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41234F-AD3E-48F4-8ACC-8C755E494E7A}" v="69" dt="2025-09-29T11:19:39.0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2" autoAdjust="0"/>
    <p:restoredTop sz="94660"/>
  </p:normalViewPr>
  <p:slideViewPr>
    <p:cSldViewPr snapToGrid="0">
      <p:cViewPr varScale="1">
        <p:scale>
          <a:sx n="83" d="100"/>
          <a:sy n="83" d="100"/>
        </p:scale>
        <p:origin x="34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59136D-722B-6FE8-5661-A20CA32B9C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A4AC666-D3D4-05A7-062F-2AC80B5720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97A8383-24A4-4C41-FBB2-E80F87A5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E9BBE-0F1F-4195-83AA-5F0BB47F5DB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548A0F-9244-03A2-6EE7-C5A8529E9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3400F8-A443-329D-E0C1-C0D9B4F30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152D4-BBF1-405B-B765-BD9B804F87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8508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137A9E-A8AA-56BA-CEE5-6BD7A19DF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6A7361-ED2C-5DB0-39CB-E0DDD225A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950DD3-01C4-B3CD-3347-2E385DC74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E9BBE-0F1F-4195-83AA-5F0BB47F5DB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63BE67-AFF5-0D61-9A39-FF5DA5EAD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C354E0-0DC6-CA9B-95B3-AF1BC5C9C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152D4-BBF1-405B-B765-BD9B804F87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9001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966B14-D825-F7D2-FCB4-251807F9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265AD7-B4D9-DAA8-EFEE-1F20C15EA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3FA657-AA18-A065-D42B-312EDE8F1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E9BBE-0F1F-4195-83AA-5F0BB47F5DB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20276D-A04E-5DA7-D6D5-EA0B8798D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2A4F9-54D1-ACAA-9D7F-092C24A75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152D4-BBF1-405B-B765-BD9B804F87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3487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3BD831-789F-6DA9-6026-9D5BFF828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200242-9882-DC7D-46E2-C668F2159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1D27AA-2677-E105-D558-2A5D2D645C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0E31E61-52D6-E735-6EA8-164E7D215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E9BBE-0F1F-4195-83AA-5F0BB47F5DB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D356C3-D8C0-3866-D864-C00A32C11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FD1FE1C-9C5F-4836-0089-1B29FC1E5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152D4-BBF1-405B-B765-BD9B804F87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201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2BCFC1-E038-355C-1C64-69D9C05A5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97F7FA-9393-695D-CB49-6D19F2F708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A80F9-2467-45D9-FD63-5A720BD3C5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739C99C-FDD8-BC4A-8DF2-E6A97F6DBC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1A88F9D-BBC6-28B3-DB36-87194E5B84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2FEFFAC-0061-7430-8780-DF21E36D2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E9BBE-0F1F-4195-83AA-5F0BB47F5DB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CD37BAC-356C-ECF9-6892-18F12EF49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16CE0DD-6EA5-3196-7065-E8154F5B2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152D4-BBF1-405B-B765-BD9B804F87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4993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82FFFD-6B31-A4EE-E8E2-1CADB244D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0C8B36F-BCD9-3FA1-604F-B48D18963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E9BBE-0F1F-4195-83AA-5F0BB47F5DB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8A0920-A5BB-8EB7-B6BE-6336876D7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2A226D0-C037-5594-0C24-5E1482152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152D4-BBF1-405B-B765-BD9B804F87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6522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7A64FE5-E1CF-01A5-225F-1CD8AEEAB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E9BBE-0F1F-4195-83AA-5F0BB47F5DB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F96D326-A086-2E44-F367-ECF47ECE0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44AB04-75F2-46DD-5763-23DDC8608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152D4-BBF1-405B-B765-BD9B804F87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8131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D1249-AE3F-33F7-1669-76B33BDD4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2BCACA-E022-122C-030B-CBA126108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DBFF6D9-8652-1363-8D9A-0E5B74223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8D71B35-0DE9-5774-7512-C4E86BC8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E9BBE-0F1F-4195-83AA-5F0BB47F5DB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1296B41-9832-3D37-8753-7D01FAECC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C5EF7DF-A1C9-E162-D7AE-758512D63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152D4-BBF1-405B-B765-BD9B804F87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289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E4EDE3-1717-4928-CAD3-647FFA840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B1F30C-04FC-EB2A-7709-EE8E153E17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5CD490-EA03-C723-3218-E0DF769F69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4656013-D0D0-9ED7-498F-6B09C59E7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E9BBE-0F1F-4195-83AA-5F0BB47F5DB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586F9EA-DB9A-1B39-71FE-2EF896003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23D81C3-3658-0436-A0B0-0BA847152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152D4-BBF1-405B-B765-BD9B804F87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5492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597FCF-D4BC-72B0-8212-58A20D327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F71D2CA-752D-39E1-D563-8B7F3D6F8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0A86A4-ADD4-C5F0-1D62-9C2752254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E9BBE-0F1F-4195-83AA-5F0BB47F5DB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F54BC6-4AD1-1FFB-E314-086960F1B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913ABF-F492-488B-564E-BEF3DAE59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152D4-BBF1-405B-B765-BD9B804F87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597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70630BB-3E9D-5D0F-641F-10468AD1F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0BC9A62-B9D1-2C3F-2D97-4E90D4F3A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A1DF80-C2EC-0872-700E-E58324FFD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E9BBE-0F1F-4195-83AA-5F0BB47F5DB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71702E-4634-1029-A3F8-DE276D421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7138723-01B0-9F56-7EA8-9C164D79E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152D4-BBF1-405B-B765-BD9B804F87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248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945E3A8-43F9-0CBD-6449-2FB12FD91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3A56C7-7199-7D40-FE3F-6FF6ED773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54DC72-2261-5DA8-9A61-BF922096A6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CE9BBE-0F1F-4195-83AA-5F0BB47F5DB7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DD7E70-7003-0DB9-C060-76F5ACAA8C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2E0015-01B2-8435-3075-F248071807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152D4-BBF1-405B-B765-BD9B804F87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756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5E657F-5285-970A-AC0B-585FB0FAB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4324" y="869223"/>
            <a:ext cx="9144000" cy="2387600"/>
          </a:xfrm>
        </p:spPr>
        <p:txBody>
          <a:bodyPr/>
          <a:lstStyle/>
          <a:p>
            <a:pPr algn="l"/>
            <a:r>
              <a:rPr lang="en-US" altLang="ko-KR" dirty="0">
                <a:solidFill>
                  <a:srgbClr val="0070C0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2D</a:t>
            </a:r>
            <a:r>
              <a:rPr lang="ko-KR" altLang="en-US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게임프로그래밍</a:t>
            </a:r>
            <a:br>
              <a:rPr lang="en-US" altLang="ko-KR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</a:br>
            <a:r>
              <a:rPr lang="en-US" altLang="ko-KR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</a:t>
            </a:r>
            <a:r>
              <a:rPr lang="ko-KR" altLang="en-US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차 발표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156324-8F6E-F2AA-C194-3D7867050E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56840" y="5384670"/>
            <a:ext cx="9144000" cy="1655762"/>
          </a:xfrm>
        </p:spPr>
        <p:txBody>
          <a:bodyPr/>
          <a:lstStyle/>
          <a:p>
            <a:r>
              <a:rPr lang="en-US" altLang="ko-KR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2024184029 </a:t>
            </a: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정유리</a:t>
            </a:r>
          </a:p>
        </p:txBody>
      </p:sp>
    </p:spTree>
    <p:extLst>
      <p:ext uri="{BB962C8B-B14F-4D97-AF65-F5344CB8AC3E}">
        <p14:creationId xmlns:p14="http://schemas.microsoft.com/office/powerpoint/2010/main" val="333875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B7FADF-5043-FE36-FA2A-9203E26F6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117983" cy="1325563"/>
          </a:xfrm>
        </p:spPr>
        <p:txBody>
          <a:bodyPr/>
          <a:lstStyle/>
          <a:p>
            <a:r>
              <a:rPr lang="ko-KR" altLang="en-US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게임 진행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06AC9C-B0F2-D312-ADE9-694DD72AF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ko-KR" altLang="en-US" b="1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▼ </a:t>
            </a:r>
            <a:r>
              <a:rPr lang="ko-KR" altLang="en-US" b="1" dirty="0">
                <a:solidFill>
                  <a:srgbClr val="0070C0"/>
                </a:solidFill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게임 시작 </a:t>
            </a:r>
            <a:endParaRPr lang="en-US" altLang="ko-KR" b="1" dirty="0">
              <a:solidFill>
                <a:srgbClr val="0070C0"/>
              </a:solidFill>
              <a:latin typeface="Microsoft GothicNeo Light" panose="020B0300000101010101" pitchFamily="50" charset="-127"/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  <a:p>
            <a:pPr>
              <a:buFontTx/>
              <a:buChar char="-"/>
            </a:pP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플레이어와 좀비 둘 다 각각 다른 </a:t>
            </a:r>
            <a:r>
              <a:rPr lang="ko-KR" altLang="en-US" dirty="0" err="1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랜덤한</a:t>
            </a: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 장소에서 시작하기로 구상하였으나 </a:t>
            </a:r>
            <a:endParaRPr lang="en-US" altLang="ko-KR" dirty="0">
              <a:latin typeface="Microsoft GothicNeo Light" panose="020B0300000101010101" pitchFamily="50" charset="-127"/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  <a:p>
            <a:pPr marL="0" indent="0">
              <a:buNone/>
            </a:pPr>
            <a:r>
              <a:rPr lang="ko-KR" altLang="en-US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플레이어는 정해진 위치에서 시작하는 것으로 변경</a:t>
            </a:r>
            <a:endParaRPr lang="en-US" altLang="ko-KR" u="sng" dirty="0">
              <a:solidFill>
                <a:schemeClr val="tx2">
                  <a:lumMod val="75000"/>
                  <a:lumOff val="25000"/>
                </a:schemeClr>
              </a:solidFill>
              <a:latin typeface="Microsoft GothicNeo Light" panose="020B0300000101010101" pitchFamily="50" charset="-127"/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  <a:p>
            <a:pPr>
              <a:buFontTx/>
              <a:buChar char="-"/>
            </a:pP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서로 다른 위치에서 출발하여 탐색과 추격</a:t>
            </a:r>
            <a:endParaRPr lang="en-US" altLang="ko-KR" dirty="0">
              <a:latin typeface="Microsoft GothicNeo Light" panose="020B0300000101010101" pitchFamily="50" charset="-127"/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  <a:p>
            <a:pPr>
              <a:buFontTx/>
              <a:buChar char="-"/>
            </a:pPr>
            <a:endParaRPr lang="en-US" altLang="ko-KR" dirty="0">
              <a:latin typeface="Microsoft GothicNeo Light" panose="020B0300000101010101" pitchFamily="50" charset="-127"/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  <a:p>
            <a:pPr marL="0" indent="0">
              <a:buNone/>
            </a:pPr>
            <a:r>
              <a:rPr lang="ko-KR" altLang="en-US" b="1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▼ </a:t>
            </a:r>
            <a:r>
              <a:rPr lang="ko-KR" altLang="en-US" b="1" dirty="0">
                <a:solidFill>
                  <a:srgbClr val="0070C0"/>
                </a:solidFill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발견</a:t>
            </a:r>
            <a:endParaRPr lang="en-US" altLang="ko-KR" b="1" dirty="0">
              <a:solidFill>
                <a:srgbClr val="0070C0"/>
              </a:solidFill>
              <a:latin typeface="Microsoft GothicNeo Light" panose="020B0300000101010101" pitchFamily="50" charset="-127"/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  <a:p>
            <a:pPr>
              <a:buFontTx/>
              <a:buChar char="-"/>
            </a:pP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좀비 주변 일정 거리안에 플레이어가 들어오면 좀비</a:t>
            </a:r>
            <a:r>
              <a:rPr lang="en-US" altLang="ko-KR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AI</a:t>
            </a: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가 추격을 시작</a:t>
            </a:r>
            <a:endParaRPr lang="en-US" altLang="ko-KR" dirty="0">
              <a:latin typeface="Microsoft GothicNeo Light" panose="020B0300000101010101" pitchFamily="50" charset="-127"/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  <a:p>
            <a:pPr>
              <a:buFontTx/>
              <a:buChar char="-"/>
            </a:pP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좀비의 시야밖에서 미션을 진행하고 탈출을 목표</a:t>
            </a:r>
            <a:r>
              <a:rPr lang="en-US" altLang="ko-KR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 (</a:t>
            </a: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좀비와 일정 거리 이상 </a:t>
            </a:r>
            <a:r>
              <a:rPr lang="ko-KR" altLang="en-US" dirty="0" err="1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떨어져있어야</a:t>
            </a: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 함</a:t>
            </a:r>
            <a:r>
              <a:rPr lang="en-US" altLang="ko-KR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)</a:t>
            </a: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 </a:t>
            </a:r>
            <a:endParaRPr lang="en-US" altLang="ko-KR" dirty="0">
              <a:latin typeface="Microsoft GothicNeo Light" panose="020B0300000101010101" pitchFamily="50" charset="-127"/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  <a:p>
            <a:pPr>
              <a:buFontTx/>
              <a:buChar char="-"/>
            </a:pPr>
            <a:endParaRPr lang="en-US" altLang="ko-KR" dirty="0">
              <a:latin typeface="Microsoft GothicNeo Light" panose="020B0300000101010101" pitchFamily="50" charset="-127"/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  <a:p>
            <a:pPr marL="0" indent="0">
              <a:buNone/>
            </a:pPr>
            <a:r>
              <a:rPr lang="ko-KR" altLang="en-US" b="1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▼ </a:t>
            </a:r>
            <a:r>
              <a:rPr lang="ko-KR" altLang="en-US" b="1" dirty="0">
                <a:solidFill>
                  <a:srgbClr val="0070C0"/>
                </a:solidFill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승리</a:t>
            </a:r>
            <a:endParaRPr lang="en-US" altLang="ko-KR" b="1" dirty="0">
              <a:solidFill>
                <a:srgbClr val="0070C0"/>
              </a:solidFill>
              <a:latin typeface="Microsoft GothicNeo Light" panose="020B0300000101010101" pitchFamily="50" charset="-127"/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  <a:p>
            <a:pPr>
              <a:buFontTx/>
              <a:buChar char="-"/>
            </a:pP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플레이어가 좀비에게 잡히거나</a:t>
            </a:r>
            <a:r>
              <a:rPr lang="en-US" altLang="ko-KR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(</a:t>
            </a: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충돌하거나</a:t>
            </a:r>
            <a:r>
              <a:rPr lang="en-US" altLang="ko-KR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),</a:t>
            </a: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 미션 실패로 제한 시간내에 탈출하지 못 하면 </a:t>
            </a:r>
            <a:endParaRPr lang="en-US" altLang="ko-KR" dirty="0">
              <a:latin typeface="Microsoft GothicNeo Light" panose="020B0300000101010101" pitchFamily="50" charset="-127"/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  <a:p>
            <a:pPr marL="0" indent="0">
              <a:buNone/>
            </a:pP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즉시 게임 오버</a:t>
            </a:r>
            <a:endParaRPr lang="en-US" altLang="ko-KR" dirty="0">
              <a:latin typeface="Microsoft GothicNeo Light" panose="020B0300000101010101" pitchFamily="50" charset="-127"/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  <a:p>
            <a:pPr>
              <a:buFontTx/>
              <a:buChar char="-"/>
            </a:pP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플레이어가 맵 내의 미션을 </a:t>
            </a:r>
            <a:r>
              <a:rPr lang="en-US" altLang="ko-KR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2</a:t>
            </a:r>
            <a:r>
              <a:rPr lang="ko-KR" altLang="en-US" dirty="0">
                <a:latin typeface="Microsoft GothicNeo Light" panose="020B0300000101010101" pitchFamily="50" charset="-127"/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번 성공하면 탈출 가능</a:t>
            </a:r>
          </a:p>
        </p:txBody>
      </p:sp>
    </p:spTree>
    <p:extLst>
      <p:ext uri="{BB962C8B-B14F-4D97-AF65-F5344CB8AC3E}">
        <p14:creationId xmlns:p14="http://schemas.microsoft.com/office/powerpoint/2010/main" val="1298822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CAB-18AE-5206-740F-989B35502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CE0BDD-A210-0657-0C32-8C5CD9DDA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155276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36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프로젝트 개발 계획 대비 </a:t>
            </a:r>
            <a:r>
              <a:rPr lang="ko-KR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현재 진행 상황 </a:t>
            </a:r>
            <a:r>
              <a:rPr lang="en-US" altLang="ko-KR" sz="20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– </a:t>
            </a:r>
            <a:r>
              <a:rPr lang="ko-KR" altLang="en-US" sz="20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평균 진행률 </a:t>
            </a:r>
            <a:r>
              <a:rPr lang="en-US" altLang="ko-KR" sz="20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80%</a:t>
            </a:r>
            <a:endParaRPr lang="ko-KR" altLang="en-US" sz="20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graphicFrame>
        <p:nvGraphicFramePr>
          <p:cNvPr id="6" name="내용 개체 틀 5">
            <a:extLst>
              <a:ext uri="{FF2B5EF4-FFF2-40B4-BE49-F238E27FC236}">
                <a16:creationId xmlns:a16="http://schemas.microsoft.com/office/drawing/2014/main" id="{9C87349C-EC82-28C3-8190-6389418CFE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0288379"/>
              </p:ext>
            </p:extLst>
          </p:nvPr>
        </p:nvGraphicFramePr>
        <p:xfrm>
          <a:off x="838201" y="870969"/>
          <a:ext cx="10515598" cy="574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6313">
                  <a:extLst>
                    <a:ext uri="{9D8B030D-6E8A-4147-A177-3AD203B41FA5}">
                      <a16:colId xmlns:a16="http://schemas.microsoft.com/office/drawing/2014/main" val="221680998"/>
                    </a:ext>
                  </a:extLst>
                </a:gridCol>
                <a:gridCol w="2852468">
                  <a:extLst>
                    <a:ext uri="{9D8B030D-6E8A-4147-A177-3AD203B41FA5}">
                      <a16:colId xmlns:a16="http://schemas.microsoft.com/office/drawing/2014/main" val="2119058131"/>
                    </a:ext>
                  </a:extLst>
                </a:gridCol>
                <a:gridCol w="3391618">
                  <a:extLst>
                    <a:ext uri="{9D8B030D-6E8A-4147-A177-3AD203B41FA5}">
                      <a16:colId xmlns:a16="http://schemas.microsoft.com/office/drawing/2014/main" val="228192390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4109748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계획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진행률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92007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1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맵 배경과 캐릭터 애니메이션 시트 등 자료 정리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게임 마당 등의 리소스 사이트를 참고하여 자료 정리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100%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8943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2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게임 시작</a:t>
                      </a:r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 </a:t>
                      </a: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화면</a:t>
                      </a:r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게임 맵 세팅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게임 </a:t>
                      </a:r>
                      <a:r>
                        <a:rPr lang="ko-KR" altLang="en-US" sz="1600" dirty="0" err="1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맵은</a:t>
                      </a: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 세팅하였지만 </a:t>
                      </a:r>
                      <a:endParaRPr lang="en-US" altLang="ko-KR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  <a:p>
                      <a:pPr latinLnBrk="1"/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시작 화면 구현 미흡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70%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19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3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맵 제작</a:t>
                      </a:r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캐릭터 이동 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맵 제작 및 캐릭터 이동구현 </a:t>
                      </a:r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O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100%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4524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4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좀비 </a:t>
                      </a:r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AI </a:t>
                      </a: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구현</a:t>
                      </a:r>
                      <a:endParaRPr lang="en-US" altLang="ko-KR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이동 및 경계 충돌 처리 구현</a:t>
                      </a:r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 O, </a:t>
                      </a: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캐릭터와의 충돌 처리 추가 구현 예정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80%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9819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5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맵 내 환경 오브젝트 구현</a:t>
                      </a:r>
                      <a:endParaRPr lang="en-US" altLang="ko-KR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각 지형의 경계처리 및 환경 오브젝트 추가 구현 필요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50%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2448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6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캐릭터 이동 스턴 및 미션 장소 설치</a:t>
                      </a:r>
                      <a:endParaRPr lang="en-US" altLang="ko-KR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진행 예정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11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7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캐릭터 간 승리 조건 판정 로직 추가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진행 예정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3545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8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UI </a:t>
                      </a: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구축 및 사운드 추가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진행 예정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761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9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플레이해보면서 밸런스 조정 및 버그 수정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진행 예정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674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10</a:t>
                      </a:r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전반적인 게임 퀄리티 수정 후 발표 준비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latin typeface="Microsoft GothicNeo Light" panose="020B0300000101010101" pitchFamily="50" charset="-127"/>
                          <a:ea typeface="Microsoft GothicNeo Light" panose="020B0300000101010101" pitchFamily="50" charset="-127"/>
                          <a:cs typeface="Microsoft GothicNeo Light" panose="020B0300000101010101" pitchFamily="50" charset="-127"/>
                        </a:rPr>
                        <a:t>진행 예정</a:t>
                      </a:r>
                    </a:p>
                    <a:p>
                      <a:pPr latinLnBrk="1"/>
                      <a:endParaRPr lang="ko-KR" altLang="en-US" sz="1600" dirty="0">
                        <a:latin typeface="Microsoft GothicNeo Light" panose="020B0300000101010101" pitchFamily="50" charset="-127"/>
                        <a:ea typeface="Microsoft GothicNeo Light" panose="020B0300000101010101" pitchFamily="50" charset="-127"/>
                        <a:cs typeface="Microsoft GothicNeo Light" panose="020B0300000101010101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552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6939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E5CD6-4D26-16E1-52FA-B386AF15C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F75B56-4B79-1362-434F-4655E8DF5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깃허브</a:t>
            </a:r>
            <a:r>
              <a:rPr lang="ko-KR" altLang="en-US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</a:t>
            </a:r>
            <a:r>
              <a:rPr lang="ko-KR" altLang="en-US" dirty="0" err="1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커밋</a:t>
            </a:r>
            <a:r>
              <a:rPr lang="ko-KR" altLang="en-US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통계</a:t>
            </a:r>
            <a:endParaRPr lang="ko-KR" altLang="en-US" dirty="0">
              <a:solidFill>
                <a:srgbClr val="0070C0"/>
              </a:solidFill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6CFF832-817F-0845-5E0B-CA0BA6A0E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12" y="1690688"/>
            <a:ext cx="5287915" cy="347523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0E4759F-7A76-00D5-A430-8620F71A0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460" y="1690687"/>
            <a:ext cx="5235037" cy="3475237"/>
          </a:xfrm>
          <a:prstGeom prst="rect">
            <a:avLst/>
          </a:prstGeom>
        </p:spPr>
      </p:pic>
      <p:sp>
        <p:nvSpPr>
          <p:cNvPr id="10" name="제목 1">
            <a:extLst>
              <a:ext uri="{FF2B5EF4-FFF2-40B4-BE49-F238E27FC236}">
                <a16:creationId xmlns:a16="http://schemas.microsoft.com/office/drawing/2014/main" id="{D7DF63D5-7F2A-F836-FADD-7A2597E29AA8}"/>
              </a:ext>
            </a:extLst>
          </p:cNvPr>
          <p:cNvSpPr txBox="1">
            <a:spLocks/>
          </p:cNvSpPr>
          <p:nvPr/>
        </p:nvSpPr>
        <p:spPr>
          <a:xfrm>
            <a:off x="574964" y="516592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0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2DGP-Project</a:t>
            </a:r>
            <a:r>
              <a:rPr lang="ko-KR" altLang="en-US" sz="20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는 </a:t>
            </a:r>
            <a:r>
              <a:rPr lang="en-US" altLang="ko-KR" sz="20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1</a:t>
            </a:r>
            <a:r>
              <a:rPr lang="ko-KR" altLang="en-US" sz="20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차 발표 </a:t>
            </a:r>
            <a:r>
              <a:rPr lang="ko-KR" altLang="en-US" sz="2000" dirty="0" err="1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레포이고</a:t>
            </a:r>
            <a:endParaRPr lang="en-US" altLang="ko-KR" sz="20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r>
              <a:rPr lang="en-US" altLang="ko-KR" sz="20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2DGP-Game</a:t>
            </a:r>
            <a:r>
              <a:rPr lang="ko-KR" altLang="en-US" sz="20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은 </a:t>
            </a:r>
            <a:r>
              <a:rPr lang="en-US" altLang="ko-KR" sz="20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</a:t>
            </a:r>
            <a:r>
              <a:rPr lang="ko-KR" altLang="en-US" sz="20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차 발표 </a:t>
            </a:r>
            <a:r>
              <a:rPr lang="ko-KR" altLang="en-US" sz="2000" dirty="0" err="1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레포입니다</a:t>
            </a:r>
            <a:r>
              <a:rPr lang="en-US" altLang="ko-KR" sz="20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.</a:t>
            </a:r>
            <a:endParaRPr lang="ko-KR" altLang="en-US" sz="20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0385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06A53A5C53C8A4BB1258D2FF75B3C93" ma:contentTypeVersion="5" ma:contentTypeDescription="새 문서를 만듭니다." ma:contentTypeScope="" ma:versionID="b0dcc3d2a6984e283fa298800ed865c9">
  <xsd:schema xmlns:xsd="http://www.w3.org/2001/XMLSchema" xmlns:xs="http://www.w3.org/2001/XMLSchema" xmlns:p="http://schemas.microsoft.com/office/2006/metadata/properties" xmlns:ns3="7d88537b-d74d-45e6-a1e8-5bc8528c40cf" targetNamespace="http://schemas.microsoft.com/office/2006/metadata/properties" ma:root="true" ma:fieldsID="b85f56dcdca9a35a2dbb566f38dedcdf" ns3:_="">
    <xsd:import namespace="7d88537b-d74d-45e6-a1e8-5bc8528c40cf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d88537b-d74d-45e6-a1e8-5bc8528c40cf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993B12-AFF3-494C-9932-3A99249B142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d88537b-d74d-45e6-a1e8-5bc8528c40c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429C52-0A3F-428E-83EB-706C0C0E669F}">
  <ds:schemaRefs>
    <ds:schemaRef ds:uri="http://purl.org/dc/elements/1.1/"/>
    <ds:schemaRef ds:uri="http://purl.org/dc/dcmitype/"/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7d88537b-d74d-45e6-a1e8-5bc8528c40cf"/>
  </ds:schemaRefs>
</ds:datastoreItem>
</file>

<file path=customXml/itemProps3.xml><?xml version="1.0" encoding="utf-8"?>
<ds:datastoreItem xmlns:ds="http://schemas.openxmlformats.org/officeDocument/2006/customXml" ds:itemID="{DEC68BD1-F031-4558-BC3D-7E0B934F244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257</Words>
  <Application>Microsoft Office PowerPoint</Application>
  <PresentationFormat>와이드스크린</PresentationFormat>
  <Paragraphs>60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Microsoft GothicNeo</vt:lpstr>
      <vt:lpstr>Microsoft GothicNeo Light</vt:lpstr>
      <vt:lpstr>맑은 고딕</vt:lpstr>
      <vt:lpstr>Arial</vt:lpstr>
      <vt:lpstr>Office 테마</vt:lpstr>
      <vt:lpstr>2D게임프로그래밍 2차 발표</vt:lpstr>
      <vt:lpstr>게임 진행 흐름</vt:lpstr>
      <vt:lpstr>프로젝트 개발 계획 대비 현재 진행 상황 – 평균 진행률 80%</vt:lpstr>
      <vt:lpstr>깃허브 커밋 통계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정유리(2024184029)</dc:creator>
  <cp:lastModifiedBy>r y</cp:lastModifiedBy>
  <cp:revision>4</cp:revision>
  <dcterms:created xsi:type="dcterms:W3CDTF">2025-09-29T06:54:15Z</dcterms:created>
  <dcterms:modified xsi:type="dcterms:W3CDTF">2025-11-10T11:06:33Z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0x010100006A53A5C53C8A4BB1258D2FF75B3C93</vt:lpwstr>
  </property>
</Properties>
</file>